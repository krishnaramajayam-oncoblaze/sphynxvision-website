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BE91D-FF6A-3662-6045-73A55091FB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5417B5-8417-51A3-40F4-81211B9850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7D737A-307A-773F-8BBA-1420798708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6BAF9-4AD6-43E5-80C6-FEAFE9820E11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046CC7-84F0-6973-722E-287F4868B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43D2C4-E949-F6C7-D4BC-0E4FE91E2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4E261-01E5-4571-A8F1-A4E5215D07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38953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391C5-1157-408F-2AB4-1A489917C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E4FB68-E244-343C-9429-7264FFFB73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219B89-87DF-2ECE-FC70-68FDF13B7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6BAF9-4AD6-43E5-80C6-FEAFE9820E11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AA1D23-D69C-85C5-979F-2F009FF30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0547C2-42B6-9FDF-4CF3-5D59E4444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4E261-01E5-4571-A8F1-A4E5215D07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24533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A0F42-FB99-09AC-0D1E-38EB01A76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F2CA06-65F7-B18F-5AAB-FE9DB406F8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35C879-8782-EA65-6E9B-FF521576B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6BAF9-4AD6-43E5-80C6-FEAFE9820E11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05E20B-30E5-B10F-E661-0273F7C9E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391D73-2D0D-35E9-1BF0-E0E8F1E79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4E261-01E5-4571-A8F1-A4E5215D07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2260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7E57B-7A9A-D0CA-2450-DCE50052C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A7ABCA-924F-1982-EBB0-5415C7F54E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A83C9A-2E19-A1E3-EBB5-4FF20E5A34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36FF92-508D-09B3-55FF-0D3B18050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6BAF9-4AD6-43E5-80C6-FEAFE9820E11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9D5E8A-F154-2A98-304A-C1E71F3CA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FD4A4C-65D3-3716-DB6F-18DD87EDF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4E261-01E5-4571-A8F1-A4E5215D07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9442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AE589-EB1B-CE73-5986-5EE1BA5D1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BAC03F-1ED6-8F74-8837-5EC78991F6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A99A5E-57E5-13B0-0858-0ED39C5E38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3FF9D64-E188-C018-8B5E-FADC1DA06B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2D671A-A612-5599-DB90-556A40D2F1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84DF27-CBA5-75E3-69FD-705AF5E3C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6BAF9-4AD6-43E5-80C6-FEAFE9820E11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E82BBBF-E831-45F6-765F-D4AB844B64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01654F-271D-AB79-2297-9824083BE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4E261-01E5-4571-A8F1-A4E5215D07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6316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F9E3B-9AF3-7E61-8339-48FFF7BF0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072005-45E8-7FFD-5FE5-892890F9DE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6BAF9-4AD6-43E5-80C6-FEAFE9820E11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9245C4-90E3-5093-DD91-880CF62AF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155902-F8CA-D2DC-1988-42E6089F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4E261-01E5-4571-A8F1-A4E5215D07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059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B1F67C-5EB8-C00C-BEA8-ECC87C4D4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6BAF9-4AD6-43E5-80C6-FEAFE9820E11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9ED8A6-A6C0-DB09-A3E4-91245AED6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124348-77B3-5792-3EDA-9DAA72529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4E261-01E5-4571-A8F1-A4E5215D07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3304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105D5-E6E5-DAA9-50BB-F836F46D5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2B6ABA-F790-0A9B-02BD-2751C6248D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DD7C9D-D3E3-41C2-3139-E43DC04A56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C22AA1-7F67-FF19-8C4A-E652F7A93B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6BAF9-4AD6-43E5-80C6-FEAFE9820E11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D95758-1270-928F-EC54-7F57D5445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8BFE68-2FB3-4A5F-21DF-6D0A16B95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4E261-01E5-4571-A8F1-A4E5215D07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8272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F4425-6220-8C5E-06CB-F455350E87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CA6F1D5-3CD1-2A5F-74DE-EDBEB30225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E2F550-8546-2FF2-E236-778522BCC9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E04E3D-A61F-4402-5C5B-E27442304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6BAF9-4AD6-43E5-80C6-FEAFE9820E11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D9EF6-4BB1-64A3-47AD-35B08224E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493ED4-DC2F-B796-2EB9-E6CBD332D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4E261-01E5-4571-A8F1-A4E5215D07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5081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33CC3-A959-EDCE-81D5-739700E2F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4A3F72-68AD-2F1F-3F0D-CF5EF5A7D5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F43F1F-5ADF-CF4F-BB23-473FC0B33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6BAF9-4AD6-43E5-80C6-FEAFE9820E11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9A9AB5-009A-AAE0-8289-35BA6028A7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5B08BE-7B8B-3722-6D6E-98B47820E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4E261-01E5-4571-A8F1-A4E5215D07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0526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F9D296-0B8F-882B-69CE-0576A1D9FD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470F17-1501-3A9E-2E07-6633DF409D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CAEF4B-F653-6872-1F08-A82CB5D64C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6BAF9-4AD6-43E5-80C6-FEAFE9820E11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3D27A2-995F-7AFE-3C55-33A2B0DF6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DDCB5C-AC8F-96DB-3A04-BBEE0982C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4E261-01E5-4571-A8F1-A4E5215D07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0432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19C8A9-BF87-1578-839C-B91A902D7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156AAB-D0B3-16C3-FD60-7469C497D1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BFD484-DD49-F334-668D-F55CDB2175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E6BAF9-4AD6-43E5-80C6-FEAFE9820E11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7813F5-0D79-6EF8-542F-3A37E9E1F7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67B11C-409C-C2ED-D388-3C922F7B65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24E261-01E5-4571-A8F1-A4E5215D07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375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tif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BD0979C-E4EC-BABB-C0F3-D9E4F53A3847}"/>
              </a:ext>
            </a:extLst>
          </p:cNvPr>
          <p:cNvSpPr/>
          <p:nvPr/>
        </p:nvSpPr>
        <p:spPr>
          <a:xfrm>
            <a:off x="401933" y="1793631"/>
            <a:ext cx="1387537" cy="21503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Other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B1552E0-0AB2-3AB5-D27B-97334D036683}"/>
              </a:ext>
            </a:extLst>
          </p:cNvPr>
          <p:cNvGrpSpPr/>
          <p:nvPr/>
        </p:nvGrpSpPr>
        <p:grpSpPr>
          <a:xfrm>
            <a:off x="1425724" y="1922996"/>
            <a:ext cx="5136937" cy="2597394"/>
            <a:chOff x="17340" y="2466071"/>
            <a:chExt cx="4377955" cy="2173757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A798FA0F-A47B-0882-B500-E9431E746053}"/>
                </a:ext>
              </a:extLst>
            </p:cNvPr>
            <p:cNvGrpSpPr/>
            <p:nvPr/>
          </p:nvGrpSpPr>
          <p:grpSpPr>
            <a:xfrm>
              <a:off x="17340" y="3389016"/>
              <a:ext cx="4377955" cy="590772"/>
              <a:chOff x="17340" y="3396899"/>
              <a:chExt cx="4377955" cy="590772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E2352CC2-1010-9D7E-2D38-A50E694339E8}"/>
                  </a:ext>
                </a:extLst>
              </p:cNvPr>
              <p:cNvSpPr/>
              <p:nvPr/>
            </p:nvSpPr>
            <p:spPr>
              <a:xfrm>
                <a:off x="17340" y="3396899"/>
                <a:ext cx="4377955" cy="579768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EA9DB9A1-0F35-7DD9-BE39-878E65DE6A0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t="10030" r="15406"/>
              <a:stretch>
                <a:fillRect/>
              </a:stretch>
            </p:blipFill>
            <p:spPr>
              <a:xfrm>
                <a:off x="1251582" y="3486393"/>
                <a:ext cx="3128149" cy="462731"/>
              </a:xfrm>
              <a:prstGeom prst="rect">
                <a:avLst/>
              </a:prstGeom>
            </p:spPr>
          </p:pic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9CCB0CD-B609-8DA6-1AF4-F6C16F7BFD73}"/>
                  </a:ext>
                </a:extLst>
              </p:cNvPr>
              <p:cNvSpPr txBox="1"/>
              <p:nvPr/>
            </p:nvSpPr>
            <p:spPr>
              <a:xfrm>
                <a:off x="32904" y="3433673"/>
                <a:ext cx="1371770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5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Bruker </a:t>
                </a:r>
                <a:br>
                  <a:rPr lang="en-US" sz="15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5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(25 ms)</a:t>
                </a:r>
              </a:p>
            </p:txBody>
          </p:sp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147D783-A312-D554-98AD-8BC20A790087}"/>
                </a:ext>
              </a:extLst>
            </p:cNvPr>
            <p:cNvSpPr txBox="1"/>
            <p:nvPr/>
          </p:nvSpPr>
          <p:spPr>
            <a:xfrm>
              <a:off x="636533" y="3993497"/>
              <a:ext cx="348352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Tissue phantom doped with doxorubicin (10 ng-10 ug/mL)</a:t>
              </a:r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3E6DC5BD-2B69-1FF9-076D-40168FAC307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85247"/>
            <a:stretch>
              <a:fillRect/>
            </a:stretch>
          </p:blipFill>
          <p:spPr>
            <a:xfrm>
              <a:off x="17340" y="2466071"/>
              <a:ext cx="4377955" cy="998730"/>
            </a:xfrm>
            <a:prstGeom prst="rect">
              <a:avLst/>
            </a:prstGeom>
          </p:spPr>
        </p:pic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102E0B64-7C29-C960-DF25-689692F1BF31}"/>
              </a:ext>
            </a:extLst>
          </p:cNvPr>
          <p:cNvSpPr/>
          <p:nvPr/>
        </p:nvSpPr>
        <p:spPr>
          <a:xfrm>
            <a:off x="504824" y="1466850"/>
            <a:ext cx="2369115" cy="32630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Othe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F488378-FDA1-62FC-5816-D8A6DF9F79D2}"/>
              </a:ext>
            </a:extLst>
          </p:cNvPr>
          <p:cNvSpPr/>
          <p:nvPr/>
        </p:nvSpPr>
        <p:spPr>
          <a:xfrm>
            <a:off x="1196400" y="3800475"/>
            <a:ext cx="5100413" cy="9294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7903411-172E-5AAB-0D16-36A4D0299D13}"/>
              </a:ext>
            </a:extLst>
          </p:cNvPr>
          <p:cNvSpPr txBox="1"/>
          <p:nvPr/>
        </p:nvSpPr>
        <p:spPr>
          <a:xfrm>
            <a:off x="-59311" y="2017057"/>
            <a:ext cx="297007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Other System (8 s)</a:t>
            </a:r>
          </a:p>
          <a:p>
            <a:endParaRPr lang="en-US" b="1" dirty="0"/>
          </a:p>
          <a:p>
            <a:r>
              <a:rPr lang="en-US" b="1" dirty="0" err="1"/>
              <a:t>SphynxVision</a:t>
            </a:r>
            <a:r>
              <a:rPr lang="en-US" b="1" dirty="0"/>
              <a:t>, Dim (25 </a:t>
            </a:r>
            <a:r>
              <a:rPr lang="en-US" b="1" dirty="0" err="1"/>
              <a:t>ms</a:t>
            </a:r>
            <a:r>
              <a:rPr lang="en-US" b="1" dirty="0"/>
              <a:t>)</a:t>
            </a:r>
          </a:p>
          <a:p>
            <a:endParaRPr lang="en-US" b="1" dirty="0"/>
          </a:p>
          <a:p>
            <a:r>
              <a:rPr lang="en-US" b="1"/>
              <a:t>Other System </a:t>
            </a:r>
            <a:r>
              <a:rPr lang="en-US" b="1" dirty="0"/>
              <a:t>(25 </a:t>
            </a:r>
            <a:r>
              <a:rPr lang="en-US" b="1" dirty="0" err="1"/>
              <a:t>ms</a:t>
            </a:r>
            <a:r>
              <a:rPr lang="en-US" b="1" dirty="0"/>
              <a:t>)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4DE2C6A-5D3C-981C-CCBE-5D076C6EDF76}"/>
              </a:ext>
            </a:extLst>
          </p:cNvPr>
          <p:cNvSpPr txBox="1"/>
          <p:nvPr/>
        </p:nvSpPr>
        <p:spPr>
          <a:xfrm>
            <a:off x="2873939" y="3852967"/>
            <a:ext cx="61531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Tissue phantom doped </a:t>
            </a:r>
          </a:p>
          <a:p>
            <a:r>
              <a:rPr lang="en-US" b="1" dirty="0"/>
              <a:t>with doxorubicin (10 ng-10 µg/mL)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A4BF02C-E856-4F03-F236-C5803E7A71F7}"/>
              </a:ext>
            </a:extLst>
          </p:cNvPr>
          <p:cNvSpPr/>
          <p:nvPr/>
        </p:nvSpPr>
        <p:spPr>
          <a:xfrm>
            <a:off x="8305800" y="4362450"/>
            <a:ext cx="2031436" cy="62065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A085EE4-142A-49B6-1282-BC557BD5F5BE}"/>
              </a:ext>
            </a:extLst>
          </p:cNvPr>
          <p:cNvSpPr txBox="1"/>
          <p:nvPr/>
        </p:nvSpPr>
        <p:spPr>
          <a:xfrm>
            <a:off x="8305800" y="4449031"/>
            <a:ext cx="1649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Other Systems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CBFA6C2-DADB-DDBA-4BF2-4F70B009331E}"/>
              </a:ext>
            </a:extLst>
          </p:cNvPr>
          <p:cNvSpPr txBox="1"/>
          <p:nvPr/>
        </p:nvSpPr>
        <p:spPr>
          <a:xfrm>
            <a:off x="2283767" y="2781"/>
            <a:ext cx="76507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Quantitative Comparison to Leading Imaging Systems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9B8D07-7F98-2CFA-330A-F14CFE2A1D0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307" b="2914"/>
          <a:stretch>
            <a:fillRect/>
          </a:stretch>
        </p:blipFill>
        <p:spPr>
          <a:xfrm>
            <a:off x="6659606" y="1646186"/>
            <a:ext cx="5532394" cy="3416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3603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59</Words>
  <Application>Microsoft Office PowerPoint</Application>
  <PresentationFormat>Widescreen</PresentationFormat>
  <Paragraphs>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krishna kumar ramajayam</dc:creator>
  <cp:lastModifiedBy>krishna kumar ramajayam</cp:lastModifiedBy>
  <cp:revision>7</cp:revision>
  <dcterms:created xsi:type="dcterms:W3CDTF">2026-05-23T21:31:09Z</dcterms:created>
  <dcterms:modified xsi:type="dcterms:W3CDTF">2026-08-06T20:39:59Z</dcterms:modified>
</cp:coreProperties>
</file>